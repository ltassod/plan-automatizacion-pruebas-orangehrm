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EVALUACION PARCIAL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DC3C7"/>
                </a:solidFill>
              </a:defRPr>
            </a:pPr>
            <a:r>
              <a:t>Analizando los Resultados Obtenidos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</a:defRPr>
            </a:pPr>
            <a:r>
              <a:t>Automatizacion de Pruebas - OrangeHRM</a:t>
            </a:r>
            <a:br/>
            <a:r>
              <a:t/>
            </a:r>
            <a:br/>
            <a:r>
              <a:t>Estudiante: Luis Tasso  |  Seccion: 802V</a:t>
            </a:r>
            <a:br/>
            <a:r>
              <a:t>Profesor: Manuel Soto</a:t>
            </a:r>
            <a:br/>
            <a:r>
              <a:t>API0101 - Automatizacion de Pruebas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1. Trazabilidad Requisito -&gt; Escenario -&gt; Resultado (con reporte abierto)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2. Resultados de Ejecucion - 29 escenarios, evidencias, fallo intencional TC_004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3. Metricas de Calidad con origen verificable en el reporte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4. Oportunidades de Mejora (A: Observacion -&gt; B: Causa -&gt; C: Accion)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5. Propuestas al Producto (OrangeHRM) vs. Propuestas al Proceso (Framework)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6. Lecciones Aprendidas y Conclusiones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Trazabilidad: Requisito -&gt; Funcionalidad -&gt; Escenario -&gt; Resultado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Requisito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Funcionalidad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Escenario Gherkin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RF-001: Login valido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Autenticacion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TC_001_LoginExitoso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RF-002: Login invalido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Error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TC_002_LoginFallido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RF-003: Campos vacios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Validacion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TC_010_ValidarCampos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RF-004: 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Gestion sesion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TC_003_Logout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RF-005: Nav. Leave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Navegacion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TC_007_NavegarLeave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RF-006: Nav.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Navegacion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TC_008_NavegarAdmin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RF-007: Nav. My Info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Navegacion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TC_009_MyInfo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RF-008: CRUD empleados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TC_005/006/007/008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RF-009: Perfil My Info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Perfil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TC_013_MyInfo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RF-010: Licencias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Leave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TC_014_LeaveApply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RF-ABC: Assert titulo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Verificacion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TC_004_AssertTitulo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FAIL (diseno)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Resultados de Ejecucion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980B9"/>
                </a:solidFill>
              </a:defRPr>
            </a:pPr>
            <a:r>
              <a:t>Reporte abierto: reporte.html - 29 escenarios ejecutados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Total escenarios: 29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Aprobados: 28 (96.55%)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Fallidos: 1 (3.45%) - TC_004 intencional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Features ejecutadas: 10 de 10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Tiempo total: ~7 minutos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133 screenshots en evidencias/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6 archivos Excel Data-Driven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5029200" cy="2286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Fallo Intencional TC_004: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Escenario: Assert falla en verificacion de titulo</a:t>
            </a:r>
            <a:br/>
            <a:r>
              <a:t>Esperado: OrangeHRM OS 5.7 | Real: OrangeHRM</a:t>
            </a:r>
            <a:br/>
            <a:r>
              <a:t>Proposito: Demostrar hook @after_scenario</a:t>
            </a:r>
            <a:br/>
            <a:r>
              <a:t>captura screenshot automatico en fallos</a:t>
            </a:r>
            <a:br/>
            <a:r>
              <a:t>Evidencia: screenshot_20260616_204331.png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Cobertura por Modulo: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663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Login: 3/4 PASS  |  Navegacion: 3/3 PASS</a:t>
            </a:r>
            <a:br/>
            <a:r>
              <a:t>Sesion: 1/1 PASS  |  PIM CRUD: 12/12 PASS</a:t>
            </a:r>
            <a:br/>
            <a:r>
              <a:t>Perfil: 3/3 PASS  |  Licencias: 3/3 PASS</a:t>
            </a:r>
            <a:br/>
            <a:r>
              <a:t>Data-Driven: 18/18 PASS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 err="1"/>
              <a:t>Metricas</a:t>
            </a:r>
            <a:r>
              <a:rPr dirty="0"/>
              <a:t> de </a:t>
            </a:r>
            <a:r>
              <a:rPr dirty="0" err="1"/>
              <a:t>Calidad</a:t>
            </a:r>
            <a:r>
              <a:rPr dirty="0"/>
              <a:t> </a:t>
            </a:r>
            <a:r>
              <a:rPr dirty="0" smtClean="0"/>
              <a:t> </a:t>
            </a:r>
            <a:r>
              <a:rPr dirty="0"/>
              <a:t>con Origen </a:t>
            </a:r>
            <a:r>
              <a:rPr dirty="0" err="1"/>
              <a:t>Verificable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357640"/>
              </p:ext>
            </p:extLst>
          </p:nvPr>
        </p:nvGraphicFramePr>
        <p:xfrm>
          <a:off x="365760" y="137160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Fuente en el reporte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% Automatizable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(Automatizados / Totales) x 100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100% (29/29)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reporte.html - 29 ejecutados de 29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Progreso Autom.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(Ejecutados / Planificados) x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100% (29/29)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reporte.json - 10 features x 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 dirty="0" err="1"/>
                        <a:t>Productiv</a:t>
                      </a:r>
                      <a:r>
                        <a:rPr dirty="0"/>
                        <a:t>. </a:t>
                      </a:r>
                      <a:r>
                        <a:rPr dirty="0" err="1" smtClean="0"/>
                        <a:t>Dise</a:t>
                      </a:r>
                      <a:r>
                        <a:rPr lang="es-ES" dirty="0" smtClean="0"/>
                        <a:t>ñ</a:t>
                      </a:r>
                      <a:r>
                        <a:rPr dirty="0" smtClean="0"/>
                        <a:t>o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 dirty="0" err="1"/>
                        <a:t>Escenarios</a:t>
                      </a:r>
                      <a:r>
                        <a:rPr dirty="0"/>
                        <a:t> / Horas </a:t>
                      </a:r>
                      <a:r>
                        <a:rPr dirty="0" err="1" smtClean="0"/>
                        <a:t>dise</a:t>
                      </a:r>
                      <a:r>
                        <a:rPr lang="es-ES" dirty="0" smtClean="0"/>
                        <a:t>ñ</a:t>
                      </a:r>
                      <a:r>
                        <a:rPr dirty="0" smtClean="0"/>
                        <a:t>o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7.25 esc/h (29/4)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Tiempo asignado: 4 hrs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Productiv. 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Escenarios / Tiempo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0.067 esc/s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reporte.json - suma duraciones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Tasa de Fallos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(Fallos / Total) x 100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3.45% (1/29)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reporte.html - 28 PASS, 1 FAIL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metricas</a:t>
            </a:r>
            <a:r>
              <a:rPr dirty="0"/>
              <a:t> </a:t>
            </a:r>
            <a:r>
              <a:rPr dirty="0" err="1"/>
              <a:t>apuntan</a:t>
            </a:r>
            <a:r>
              <a:rPr dirty="0"/>
              <a:t> 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exacta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reporte</a:t>
            </a:r>
            <a:r>
              <a:rPr dirty="0"/>
              <a:t>. La </a:t>
            </a:r>
            <a:r>
              <a:rPr dirty="0" err="1"/>
              <a:t>tasa</a:t>
            </a:r>
            <a:r>
              <a:rPr dirty="0"/>
              <a:t> de </a:t>
            </a:r>
            <a:r>
              <a:rPr dirty="0" err="1"/>
              <a:t>fallos</a:t>
            </a:r>
            <a:r>
              <a:rPr dirty="0"/>
              <a:t> </a:t>
            </a:r>
            <a:r>
              <a:rPr dirty="0" err="1"/>
              <a:t>corresponde</a:t>
            </a:r>
            <a:r>
              <a:rPr dirty="0"/>
              <a:t> </a:t>
            </a:r>
            <a:r>
              <a:rPr dirty="0" err="1"/>
              <a:t>unicamente</a:t>
            </a:r>
            <a:r>
              <a:rPr dirty="0"/>
              <a:t> a TC_004 (</a:t>
            </a:r>
            <a:r>
              <a:rPr dirty="0" err="1"/>
              <a:t>fallo</a:t>
            </a:r>
            <a:r>
              <a:rPr dirty="0"/>
              <a:t> </a:t>
            </a:r>
            <a:r>
              <a:rPr dirty="0" err="1"/>
              <a:t>intencional</a:t>
            </a:r>
            <a:r>
              <a:rPr dirty="0"/>
              <a:t>). </a:t>
            </a:r>
            <a:r>
              <a:rPr dirty="0" err="1"/>
              <a:t>Excluyendolo</a:t>
            </a:r>
            <a:r>
              <a:rPr dirty="0"/>
              <a:t>, la </a:t>
            </a:r>
            <a:r>
              <a:rPr dirty="0" err="1"/>
              <a:t>tasa</a:t>
            </a:r>
            <a:r>
              <a:rPr dirty="0"/>
              <a:t> </a:t>
            </a:r>
            <a:r>
              <a:rPr dirty="0" err="1"/>
              <a:t>es</a:t>
            </a:r>
            <a:r>
              <a:rPr dirty="0"/>
              <a:t> 0% - suite </a:t>
            </a:r>
            <a:r>
              <a:rPr dirty="0" err="1"/>
              <a:t>estable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Oportunidades de Mejora (A: Observacion -&gt; B: Causa -&gt; C: Accion)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INC-01/02: Menu en chino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A) TC_007/008/009 fallaron por menu en chino</a:t>
            </a:r>
            <a:br/>
            <a:r>
              <a:t>B) Server locale cambia, textos chinos</a:t>
            </a:r>
            <a:br/>
            <a:r>
              <a:t>C) MENU_TRANSLATIONS + fallback bilingue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INC-04: Boton Save + Spinner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A) Save interceptado por spinner OX</a:t>
            </a:r>
            <a:br/>
            <a:r>
              <a:t>B) Spinner tapa boton submit</a:t>
            </a:r>
            <a:br/>
            <a:r>
              <a:t>C) _wait_spinner_done() + JS click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INC-03: Timeout PIM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A) PIM carga lento (~40s/escenario)</a:t>
            </a:r>
            <a:br/>
            <a:r>
              <a:t>B) Suite secuencial, driver nuevo c/u</a:t>
            </a:r>
            <a:br/>
            <a:r>
              <a:t>C) Ejecucion paralela behave -j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57600"/>
            <a:ext cx="36576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INC-05: Titulo incorrecto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06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A) TC_004 falla: titulo esperado no coincide</a:t>
            </a:r>
            <a:br/>
            <a:r>
              <a:t>B) driver.title solo retorna OrangeHRM</a:t>
            </a:r>
            <a:br/>
            <a:r>
              <a:t>C) Validar por URL en vez de titulo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657600"/>
            <a:ext cx="36576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Datos Excel no versionados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206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A) 6 archivos Excel editables manualmente</a:t>
            </a:r>
            <a:br/>
            <a:r>
              <a:t>B) generar_excel.py existe, sin control</a:t>
            </a:r>
            <a:br/>
            <a:r>
              <a:t>C) Versionar + pre-commit hook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Propuestas de Mejora (Dato -&gt; Causa -&gt; Accion -&gt; Impacto)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0424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Propuesta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Dato / Causa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Producto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Mensajes error dif.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TC_002: msj generico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TC_002b con casos separados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UX + seguridad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Producto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Localizacion persist.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INC-01/02: locale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Selector idioma en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UX internacional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Proceso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Page Object Model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Selectores en 2+ archivos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Refactor a clases Page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Mantenibilidad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Ejecucion paralela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Suite ~7 min, 15s/esc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behave -j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~2 min (-70%)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Proceso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Logging estructurado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print() sin trazas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Modulo logging estandar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Diagnostico rapido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Prod+Proc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CI/CD GitHub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Ejecucion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Workflow .github/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Regresion automatica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Criterio 3 (Producto): MP-01, MP-02  |  Criterio 4 (Proceso): MP-03, MP-04, MP-05  |  Ambos: MP-06</a:t>
            </a:r>
            <a:br/>
            <a:r>
              <a:t/>
            </a:r>
            <a:br/>
            <a:r>
              <a:t>Cada propuesta nace de un dato real del reporte, explica la causa tecnica, propone un cambio concreto en el codigo, y cuantifica el impacto en el ciclo de vida del software (fase de mantenimiento, integracion continua o despliegue).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Lecciones Aprendidas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Localizadores robustos = clave del exito en QA automation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Data-Driven Testing: mas combinaciones, menos codigo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Screenshots automaticos = trazabilidad total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Internacionalizacion: un desafio real en entornos demo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WebDriverWait &gt; time.sleep() para estabilidad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Suite 100% lista para integracion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Reflexion personal: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Dificultades:</a:t>
            </a:r>
            <a:br/>
            <a:r>
              <a:t>- Locale cambiante del servidor demo</a:t>
            </a:r>
            <a:br/>
            <a:r>
              <a:t>- Tiempos carga variables (2s a 30s)</a:t>
            </a:r>
            <a:br/>
            <a:r>
              <a:t>- Encoding en decoradores behave</a:t>
            </a:r>
            <a:br/>
            <a:r>
              <a:t/>
            </a:r>
            <a:br/>
            <a:r>
              <a:t>Aprendizajes:</a:t>
            </a:r>
            <a:br/>
            <a:r>
              <a:t>- Fallo documentado &gt; 10 pasos sin expl.</a:t>
            </a:r>
            <a:br/>
            <a:r>
              <a:t>- Trazabilidad = informe profesional</a:t>
            </a:r>
            <a:br/>
            <a:r>
              <a:t>- POM obligatorio al escalar</a:t>
            </a:r>
            <a:br/>
            <a:r>
              <a:t/>
            </a:r>
            <a:br/>
            <a:r>
              <a:t>Proyecciones:</a:t>
            </a:r>
            <a:br/>
            <a:r>
              <a:t>- GitHub Actions para CI</a:t>
            </a:r>
            <a:br/>
            <a:r>
              <a:t>- Migrar a Page Object classes</a:t>
            </a:r>
            <a:br/>
            <a:r>
              <a:t>- Allure Reports para tendencias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29/29 escenarios ejecutados exitosamente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96.55% de aprobacion (fallo intencional documentado)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Suite robusta: soporta ingles y chino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Data-Driven funcional con Excel (18/29 escenarios)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133 evidencias visuales generadas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Reporte HTML con metricas de calidad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La automatizacion de pruebas para</a:t>
            </a:r>
            <a:br/>
            <a:r>
              <a:t>OrangeHRM cumple con los objetivos</a:t>
            </a:r>
            <a:br/>
            <a:r>
              <a:t>de la evaluacion parcial 3:</a:t>
            </a:r>
            <a:br/>
            <a:r>
              <a:t/>
            </a:r>
            <a:br/>
            <a:r>
              <a:t>- 29 escenarios ejecutados</a:t>
            </a:r>
            <a:br/>
            <a:r>
              <a:t>- Evidencias (screenshots, reportes)</a:t>
            </a:r>
            <a:br/>
            <a:r>
              <a:t>- Oportunidades A+B+C</a:t>
            </a:r>
            <a:br/>
            <a:r>
              <a:t>- Metricas trazables al reporte</a:t>
            </a:r>
            <a:br/>
            <a:r>
              <a:t>- Propuestas Dato-&gt;Causa-&gt;Accion-&gt;Impacto</a:t>
            </a:r>
            <a:br/>
            <a:r>
              <a:t/>
            </a:r>
            <a:br/>
            <a:r>
              <a:t>Lista para CI/CD y regresion continua.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C3C7"/>
                </a:solidFill>
              </a:defRPr>
            </a:pPr>
            <a:r>
              <a:t>Luis Tasso  |  Seccion 802V</a:t>
            </a:r>
            <a:br/>
            <a:r>
              <a:t>API0101 - Automatizacion de Pruebas</a:t>
            </a:r>
            <a:br/>
            <a:r>
              <a:t>Prof. Manuel Soto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718</Words>
  <Application>Microsoft Office PowerPoint</Application>
  <PresentationFormat>Panorámica</PresentationFormat>
  <Paragraphs>165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2026-06-24T01:08:15Z</dcterms:modified>
  <cp:category/>
</cp:coreProperties>
</file>